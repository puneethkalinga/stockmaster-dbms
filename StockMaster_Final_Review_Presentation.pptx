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" cy="4480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100584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000" b="1">
                <a:solidFill>
                  <a:srgbClr val="0F172A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400"/>
              </a:spcBef>
              <a:defRPr sz="1600">
                <a:solidFill>
                  <a:srgbClr val="2563EB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Calibri"/>
              </a:defRPr>
            </a:pPr>
            <a:r>
              <a:t>Department of Artificial Intelligence • Amrita Vishwa Vidyapeetham, Coimbatore,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4340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334155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334155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334155"/>
                </a:solidFill>
              </a:rPr>
              <a:t>Frontend Engineering — Responsive Web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334155"/>
                </a:solidFill>
              </a:rPr>
              <a:t>Backend &amp; QA — Complex Joins, View Design, Seed Data &amp; Audit Exports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square" lIns="45720" rIns="137160" tIns="18288" bIns="18288">
            <a:spAutoFit/>
          </a:bodyPr>
          <a:lstStyle/>
          <a:p>
            <a:pPr>
              <a:defRPr sz="1000" b="1">
                <a:solidFill>
                  <a:srgbClr val="B91C1C"/>
                </a:solidFill>
              </a:defRPr>
            </a:pPr>
            <a:r>
              <a:t>CORE CHALLENGE: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7848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2563EB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Physical Relational Database Schema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Visual mapping of 11 normalized tables, Primary Keys [PK], Foreign Keys [FK], and Integrity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SCHEMA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11 Tables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Complete coverage: Users, Suppliers, Products, Warehouses, Inventory, POs, SOs, Shipments &amp;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Referential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Foreign key cascades (ON DELETE CASCADE) guarantee zero orphan child rows.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1:1 Enforcement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UNIQUE constraints on SalesOrderID in Shipments and Billing guarantee clean 1:1 extensions.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Domain Constraints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CHECK constraints guarantee positive pricing (UnitPrice &gt; 0) and non-negative stock (Quantity &gt;= 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11 normalized tables categorized into Master Data, Inventory/Orders, and Billing Pillars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E3A8A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UserID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SupplierID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ProductID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WarehouseID [PK], WarehouseName, Location, Capacity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InventoryID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PurchaseOrderID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ItemID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SalesOrderID [PK], CustomerName, WarehouseID [FK], OrderDate, Status, TotalAmount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848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ItemID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ShipmentID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BillID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UserID;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SupplierID; Email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WarehouseID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InventoryID; (ProductID, WarehouseID)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PurchaseOrderID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ItemID; (PurchaseOrderID,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ItemID; (SalesOrderID,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ShipmentID; 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BillID; SalesOrderID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7848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Modern Responsive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HTML5 Semantic Layout &amp; Responsive Component Styling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Clean Vector Iconography &amp; Interactive Modal Dialogues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after customer sale line item insertion: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50">
                <a:solidFill>
                  <a:srgbClr val="1E3A8A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when purchase order status updates to 'Received':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0975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00">
                <a:solidFill>
                  <a:srgbClr val="107848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Responsive Web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Multi-tiered risk categorization (Critical, Moderate,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Displays product stocks across warehouses with status badges, warehouse dropdown filters, and a dedicated 'Verify Stock' alert filter.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Real-time sales velocity modeling, days-of-stock countdown, tiered risk indicators (Urgent Reorder, Moderate, Safe), and 1-click 'Auto-Draft PO' prefill.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7848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E3A8A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